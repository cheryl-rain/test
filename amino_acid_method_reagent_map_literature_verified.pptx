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10241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文献核查版。第1页为主图，方块后的编号与配套文献表一致。不是全部试剂或全部氨基酸的兼容性清单。真实蛋白/肽水解液、游离氨基酸实样和标准品研究分别在配套报告标明。CD中AQC、OPA、PTC不保留。GC中的硅烷化及酸酐酯化未放入主图，见限制性文献27、28。HPLC-CD是HPLC的联用子类，单列仅为突出研究路线。</a:t>
            </a:r>
          </a:p>
          <a:p>
            <a:r>
              <a:t>HPLC/UHPLC｜异硫氰酸酯类｜FITC → [10]</a:t>
            </a:r>
          </a:p>
          <a:p>
            <a:r>
              <a:t>HPLC/UHPLC｜异硫氰酸酯类｜GITC → [11]</a:t>
            </a:r>
          </a:p>
          <a:p>
            <a:r>
              <a:t>HPLC/UHPLC｜芳香亲核取代类｜FDAA → [11],[12]</a:t>
            </a:r>
          </a:p>
          <a:p>
            <a:r>
              <a:t>HPLC/UHPLC｜芳香亲核取代类｜FDLA → [13]</a:t>
            </a:r>
          </a:p>
          <a:p>
            <a:r>
              <a:t>HPLC/UHPLC｜芳香亲核取代类｜NBD-F → [24]</a:t>
            </a:r>
          </a:p>
          <a:p>
            <a:r>
              <a:t>HPLC/UHPLC｜OPA类｜OPA＋NAC → [14]</a:t>
            </a:r>
          </a:p>
          <a:p>
            <a:r>
              <a:t>HPLC/UHPLC｜OPA类｜OPA＋IBLC → [11],[14]</a:t>
            </a:r>
          </a:p>
          <a:p>
            <a:r>
              <a:t>HPLC/UHPLC｜OPA类｜OPA＋DiCys → [15]</a:t>
            </a:r>
          </a:p>
          <a:p>
            <a:r>
              <a:t>HPLC/UHPLC｜磺酰氯类｜Dansyl-Cl → [16]</a:t>
            </a:r>
          </a:p>
          <a:p>
            <a:r>
              <a:t>HPLC/UHPLC｜磺酰氯类｜Dabsyl-Cl → [17]</a:t>
            </a:r>
          </a:p>
          <a:p>
            <a:r>
              <a:t>HPLC/UHPLC｜氨基酰化类｜FMOC-Cl → [18]</a:t>
            </a:r>
          </a:p>
          <a:p>
            <a:r>
              <a:t>HPLC/UHPLC｜氨基酰化类｜AQC → [19]</a:t>
            </a:r>
          </a:p>
          <a:p>
            <a:r>
              <a:t>GC｜氯甲酸酯类｜氯甲酸甲酯（MCF） → [20]</a:t>
            </a:r>
          </a:p>
          <a:p>
            <a:r>
              <a:t>GC｜氯甲酸酯类｜五氟丙基氯甲酸酯（PFPCF） → [21]</a:t>
            </a:r>
          </a:p>
          <a:p>
            <a:r>
              <a:t>GC｜氯甲酸酯类｜七氟丁基氯甲酸酯（HFBCF） → [22]</a:t>
            </a:r>
          </a:p>
          <a:p>
            <a:r>
              <a:t>GC｜氯甲酸酯＋手性醇组合｜氯甲酸乙酯＋(S)-(+)-3-甲基-2-丁醇 → [23]</a:t>
            </a:r>
          </a:p>
          <a:p>
            <a:r>
              <a:t>CE｜异硫氰酸酯类｜FITC → [01]</a:t>
            </a:r>
          </a:p>
          <a:p>
            <a:r>
              <a:t>CE｜异硫氰酸酯类｜(R)-NCS → [07]</a:t>
            </a:r>
          </a:p>
          <a:p>
            <a:r>
              <a:t>CE｜芳香亲核取代类｜NBD-F → [02]</a:t>
            </a:r>
          </a:p>
          <a:p>
            <a:r>
              <a:t>CE｜芳香亲核取代类｜DTAF → [25]</a:t>
            </a:r>
          </a:p>
          <a:p>
            <a:r>
              <a:t>CE｜芳香二醛类｜OPA＋2-巯基乙醇（ME） → [03]</a:t>
            </a:r>
          </a:p>
          <a:p>
            <a:r>
              <a:t>CE｜芳香二醛类｜OPA＋手性硫醇 → [04]</a:t>
            </a:r>
          </a:p>
          <a:p>
            <a:r>
              <a:t>CE｜芳香二醛类｜NDA → [06]</a:t>
            </a:r>
          </a:p>
          <a:p>
            <a:r>
              <a:t>CE｜磺酰氯类｜Dansyl-Cl → [01]</a:t>
            </a:r>
          </a:p>
          <a:p>
            <a:r>
              <a:t>CE｜氨基酰化类｜FMOC-Cl → [05]</a:t>
            </a:r>
          </a:p>
          <a:p>
            <a:r>
              <a:t>CE｜氨基酰化类｜FLEC → [26]</a:t>
            </a:r>
          </a:p>
          <a:p>
            <a:r>
              <a:t>HPLC–CD｜异硫氰酸酯/后续转化路线｜PITC–PTH → [09]</a:t>
            </a:r>
          </a:p>
          <a:p>
            <a:r>
              <a:t>HPLC–CD｜芳香亲核取代类｜NBD-F → [08]</a:t>
            </a:r>
          </a:p>
          <a:p>
            <a:r>
              <a:t>[01] Analysis of amino acid enantiomers derived from antitumor antibiotics using chiral capillary electrophoresis. (1997). DOI 10.1016/s0731-7085(97)00020-4. CE：FITC和Dansyl-Cl。文中分别用于LIF及UV检测，结合金属螯合CE和环糊精MEKC分析抗肿瘤缩肽完全水解液。 核查层级：公开摘要与书目。证据位置：摘要中hydrolysate、dansyl chloride、fluorescein isothiocyanate及应用段。</a:t>
            </a:r>
          </a:p>
          <a:p>
            <a:r>
              <a:t>[02] Chiral separation and determination of excitatory amino acids in brain samples by CE-LIF using dual cyclodextrin system. (2012). DOI 10.1007/s00216-012-6384-x. CE：NBD-F标记Asp/Glu；双环糊精CE-LIF分离并测定脑样品中的对映体。 核查层级：公开摘要与书目。证据位置：摘要：fluorescent derivatization with 4-fluoro-7-nitro…及brain samples段。</a:t>
            </a:r>
          </a:p>
          <a:p>
            <a:r>
              <a:t>[03] Method for on-line derivatization and separation of aspartic acid enantiomer in pharmaceuticals application by the coupling of flow injection with micellar electrokinetic chromatography. (2005). DOI 10.1016/j.chroma.2005.03.019. MEKC：OPA＋2-巯基乙醇（ME）标记，β-CD提供手性识别，SDS提供胶束体系。 核查层级：公开摘要与书目。证据位置：摘要：derivatization reagents、chiral selector、micellar chemical及real sample段。</a:t>
            </a:r>
          </a:p>
          <a:p>
            <a:r>
              <a:t>[04] Separation and enantiomer determination ofOPA-derivatised amino acids by using capillary zone electrophoresis. (1992). DOI 10.1007/bf00806080. CE：OPA＋手性硫醇生成非对映异构体；文中研究自由溶液CE和SDS-MECC。 核查层级：公开摘要与书目。证据位置：摘要首句及MECC/free solution段。</a:t>
            </a:r>
          </a:p>
          <a:p>
            <a:r>
              <a:t>[05] Chiral capillary electrophoresis with UV-excited fluorescence detection for the enantioselective analysis of 9-fluorenylmethoxycarbonyl-derivatized amino acids. (2018). DOI 10.1007/s00216-018-1148-x. CE：FMOC-Cl；β-CD辅助手性分离，并用UV激发荧光检测，应用于脑脊液。 核查层级：全文＋摘要。证据位置：已读全文：Introduction、Chemicals、AA derivatization、Results and discussion/CSF application。</a:t>
            </a:r>
          </a:p>
          <a:p>
            <a:r>
              <a:t>[06] 3-[(3-Dehydroabietamidopropyl)dimethylammonio]-1-propane-sulfonate as a new type of chiral surfactant for enantiomer separation in micellar electrokinetic chromatography. (2007). DOI 10.1016/j.chroma.2007.01.139. MEKC：NDA标记氨基酸，DHAMAP手性表面活性剂提供手性分离。 核查层级：公开摘要与书目。证据位置：摘要：NDA-D/L-amino acids、chiral surfactant及6 pairs段。</a:t>
            </a:r>
          </a:p>
          <a:p>
            <a:r>
              <a:t>[07] Cyclodextrin-Modified Capillary Zone Electrophoresis for the Chiral Analysis of Proline and Hydroxyproline Stereoisomers in Chicken Collagen Hydrolysates. (2025). DOI 10.3390/ijms26125832. CZE：(R)-NCS为手性异硫氰酸酯；结合β-CD/DM-β-CD分离Pro及羟脯氨酸异构体。OPA/ME在本法中是预封闭伯胺步骤，不是目标仲胺的主标记试剂。 核查层级：全文＋摘要。证据位置：已读全文：2.1、2.2、2.3；3.1、3.3、3.4；Figures 2、5、6。</a:t>
            </a:r>
          </a:p>
          <a:p>
            <a:r>
              <a:t>[08] High-throughput comprehensive analysis of D- and L-amino acids using ultra-high performance liquid chromatography with a circular dichroism (CD) detector and its application to food samples. (2011). DOI 10.1016/j.jchromb.2011.07.025. UHPLC–CD：筛选后选择NBD-F，利用g-factor计算%D，无需在柱上拆分同种氨基酸D/L。 核查层级：公开摘要与书目。证据位置：摘要：NBD-F was selected；does not require separation；food samples段。</a:t>
            </a:r>
          </a:p>
          <a:p>
            <a:r>
              <a:t>[09] Determination of sequence and absolute configuration of peptide amino acids by HPLC-MS/CD-based detection of liberated N-terminus phenylthiohydantoin amino acids. (2022). DOI 10.1038/s41598-022-14205-x. HPLC–MS/CD：PITC经Edman路线生成PTH-AA，建立对照并用于合成肽和天然缩肽；另分析合成肽酸水解液。 核查层级：全文＋摘要。证据位置：已读全文：Introduction、Results and discussion、Methods；摘要末句acid hydrolysates。</a:t>
            </a:r>
          </a:p>
          <a:p>
            <a:r>
              <a:t>[10] Chiral nano-liquid chromatography-mass spectrometry applied to amino acids analysis for orange juice profiling. (2008). DOI 10.1016/j.foodchem.2007.11.062. HPLC：FITC标记后在万古霉素手性固定相上进行nano-LC–MS分析。 核查层级：公开摘要与书目。证据位置：摘要：FITC、vancomycin-modified silica-diol、orange juice段。</a:t>
            </a:r>
          </a:p>
          <a:p>
            <a:r>
              <a:t>[11] Chirality determination of unusual amino acids using precolumn derivatization and liquid chromatography-electrospray ionization mass spectrometry. (2004). DOI 10.1016/j.chroma.2004.02.068. HPLC：直接比较FDAA、GITC、S-NIFE及OPA–IBLC；经反相HPLC–UV/ESI-MS分析非常见氨基酸立体异构体。 核查层级：公开摘要与书目。证据位置：摘要首句四种试剂及RP-HPLC/UV/MS段。</a:t>
            </a:r>
          </a:p>
          <a:p>
            <a:r>
              <a:t>[12] LC-MS/MS-Based Separation and Quantification of Marfey's Reagent Derivatized Proteinogenic Amino Acid DL-Stereoisomers. (2019). DOI 10.1007/s13361-018-2093-9. HPLC：FDAA/Marfey衍生化结合反相LC–MS/MS，实现19对常见手性氨基酸的分离定量。 核查层级：公开摘要与书目。证据位置：摘要：Marfey derivatization、19 pairs、MRSA extracts段。</a:t>
            </a:r>
          </a:p>
          <a:p>
            <a:r>
              <a:t>[13] Reliable and sensitive analysis of amino acids in the peptidoglycan of actinomycetes using the advanced Marfey's method. (2007). DOI 10.1016/j.mimet.2007.05.003. HPLC：L-/D-FDLA advanced Marfey法，结合LC/MS确定细胞壁氨基酸构型。 核查层级：公开摘要与书目。证据位置：摘要：L-FDLA/D-FDLA、acid hydrolysis、cell wall段。</a:t>
            </a:r>
          </a:p>
          <a:p>
            <a:r>
              <a:t>[14] High-performance liquid chromatography evaluation of the enantiomeric purity of amino acids by means of automated precolumn derivatization with ortho-phthalaldehyde and chiral thiols. (2016). DOI 10.1002/chir.22660. HPLC：OPA＋NAC或IBLC自动柱前衍生化，普通PFP柱分离非对映衍生物并评价对映体杂质。 核查层级：公开摘要与书目。证据位置：摘要：N-acetyl-L-cysteine、N-isobutyryl-L-cysteine、PFP column段。</a:t>
            </a:r>
          </a:p>
          <a:p>
            <a:r>
              <a:t>[15] Dimethylcysteine (DiCys)/o-Phthalaldehyde Derivatization for Chiral Metabolite Analyses: Cross-Comparison of Six Chiral Thiols. (2021). DOI 10.3390/molecules26247416. HPLC：OPA＋DiCys与其他五种手性硫醇比较；LC-MS分析氨基酸对映体。 核查层级：公开摘要与书目。证据位置：摘要：DiCys/OPA、six chiral thiols、rice extracts段。</a:t>
            </a:r>
          </a:p>
          <a:p>
            <a:r>
              <a:t>[16] Enantioseparation of dansyl amino acids by HPLC on a monolithic column dynamically coated with a vancomycin derivative. (2010). DOI 10.1002/bmc.1430. HPLC：Dansyl氨基酸在万古霉素衍生物动态涂覆的整体柱上实现对映体分离。 核查层级：公开摘要与书目。证据位置：摘要：Dansyl amino acids、All investigated compounds were separated段。</a:t>
            </a:r>
          </a:p>
          <a:p>
            <a:r>
              <a:t>[17] Simultaneous analysis of D- and L-serine in cerebrospinal fluid by use of HPLC. (2007). DOI 10.1373/clinchem.2007.086702. HPLC：Dabsyl-serine经预分离、脱盐，再在Sumichiral柱上拆分D/L并以UV–Vis检测。 核查层级：公开摘要与书目。证据位置：摘要Methods、Results及Conclusion。</a:t>
            </a:r>
          </a:p>
          <a:p>
            <a:r>
              <a:t>[18] Imaging Peptide and Protein Chirality via Amino Acid Analysis by Chiral × Chiral Two-Dimensional Correlation Liquid Chromatography. (2018). DOI 10.1021/acs.analchem.8b00676. HPLC：FMOC氨基酸经奎宁/奎尼丁两维手性色谱分析，给出肽水解物组成与构型图。 核查层级：公开摘要与书目。证据位置：摘要：FMOC-derivatized…peptide hydrolysates；gramicidin and bacitracin段。</a:t>
            </a:r>
          </a:p>
          <a:p>
            <a:r>
              <a:t>[19] Comprehensive Online Reversed-Phase × Chiral Two-Dimensional Liquid Chromatography-Mass Spectrometry with Data-Independent Sequential Window Acquisition of All Theoretical Fragment-Ion Spectra-Acquisition for Untargeted Enantioselective Amino Acid Analysis. (2022). DOI 10.1021/acs.analchem.2c03042. HPLC：AQC标记结合反相×手性二维LC–MS/MS，用于治疗肽水解液的组成和构型指认。 核查层级：公开摘要与书目。证据位置：摘要：AQC、chiral tandem column、two peptide hydrolysate samples及oxytocin段。</a:t>
            </a:r>
          </a:p>
          <a:p>
            <a:r>
              <a:t>[20] Gas chromatography-mass spectrometry analysis of amino acid enantiomers as methyl chloroformate derivatives: application to space analysis. (2007). DOI 10.1016/j.chroma.2006.12.033. GC：氯甲酸甲酯/醇/吡啶衍生化，结合Chirasil-L-Val及SIM-MS，实现多对氨基酸对映体分析。 核查层级：公开摘要与书目。证据位置：摘要：methyl/alkyl chloroformate、Chirasil-L-Val、16 pairs段。</a:t>
            </a:r>
          </a:p>
          <a:p>
            <a:r>
              <a:t>[21] Gas chromatographic analysis of amino acid enantiomers in Carbetocin peptide hydrolysates after fast derivatization with pentafluoropropyl chloroformate. (2008). DOI 10.1007/s00726-007-0577-1. GC：五氟丙基氯甲酸酯快速衍生化，结合手性柱GC/FID分析肽水解液。 核查层级：公开摘要与书目。证据位置：题名；摘要：traditional acid hydrolysis、GC/FID、Carbetocin段。</a:t>
            </a:r>
          </a:p>
          <a:p>
            <a:r>
              <a:t>[22] GC separation of amino acid enantiomers via derivatization with heptafluorobutyl chloroformate and Chirasil-L-Val column. (2009). DOI 10.1002/jssc.200900400. GC：七氟丁基氯甲酸酯（HFBCF）衍生化后，在Chirasil-Val柱评价氨基酸对映体分离。 核查层级：公开摘要与书目。证据位置：摘要：HFBCF、19 AA enantiomers、except proline/arginine/cystine段。</a:t>
            </a:r>
          </a:p>
          <a:p>
            <a:r>
              <a:t>[23] Enantioseparation of chiral amino acids as the N(O,S)-ethoxycarbonylated diastereomeric esters by achiral dual-capillary column gas chromatography. (2001). DOI 10.1039/b106610m. GC：氯甲酸乙酯引入EOC保护，再用(S)-(+)-3-甲基-2-丁醇等手性醇酯化；在非手性DB-5/DB-17柱拆分非对映异构体。 核查层级：公开摘要与书目。证据位置：摘要：ethyl chloroformate、chiral alcohol、achiral columns及Yakult段。</a:t>
            </a:r>
          </a:p>
          <a:p>
            <a:r>
              <a:t>[24] Simultaneous determination of hydrophilic amino acid enantiomers in mammalian tissues and physiological fluids applying a fully automated micro-two-dimensional high-performance liquid chromatographic concept. (2010). DOI 10.1016/j.chroma.2009.09.002. HPLC：NBD-F标记后，反相一维分离组分，Pirkle型手性二维拆分对映体。 核查层级：公开摘要与书目。证据位置：摘要：NBD-F、Pirkle type enantioselective column、rat plasma/urine段。</a:t>
            </a:r>
          </a:p>
          <a:p>
            <a:r>
              <a:t>[25] CE-LIF chiral separation of aspartic acid and glutamic acid enantiomers using human serum albumin and sodium cholate as dual selectors. (2009). DOI 10.1002/jssc.200900341. CE：DTAF标记Asp/Glu，HSA/胆酸钠双选择剂辅助对映体分离。DTAF属于芳香亲核取代标记，不是异硫氰酸酯。 核查层级：公开摘要与书目。证据位置：摘要：DTAF全名、HSA and SC、compound amino acids injection段。</a:t>
            </a:r>
          </a:p>
          <a:p>
            <a:r>
              <a:t>[26] Enantiomeric separation of amino acids using micellar electrokinetic chromatography after pre-column derivatization with the chiral reagent 1-(9-fluorenyl)-ethyl chloroformate. (1995). DOI 10.1002/elps.1150160183. MEKC：手性FLEC衍生化后用SDS体系分离非对映异构体；同时比较FMOC＋环糊精的直接分离路线。 核查层级：公开摘要与书目。证据位置：摘要：(+)-/(-)-FLEC、SDS、diastereomers及FMOC比较段。</a:t>
            </a:r>
          </a:p>
          <a:p>
            <a:r>
              <a:t>[27] Enantioselective separation of amino acids as biomarkers indicating life in extraterrestrial environments. (2013). DOI 10.1007/s00216-013-6915-0. GC删除项审查：综述区分普通GC挥发化和对映体测定；常用MTBSTFA硅烷化被明确指出不适于其讨论的homochirality检测。不能把所有硅烷化剂概括为成熟手性氨基酸方案。 核查层级：公开摘要与书目。证据位置：摘要中silylation reagent…unsuitable for detection of homochirality段。</a:t>
            </a:r>
          </a:p>
          <a:p>
            <a:r>
              <a:t>[28] Comparison of derivatization and chromatographic methods for GC-MS analysis of amino acid enantiomers in physiological samples. (2010). DOI 10.1016/j.jchromb.2010.03.021. GC限制性证据：比较氟化/非氟化酸酐及氯甲酸酯；PFPA/七氟丁醇虽灵敏，但衍生化消旋妨碍准确对映体定量，MCF路线可避免其问题。 核查层级：公开摘要与书目。证据位置：摘要：racemization during derivatization precluded accurate quantification及MCF段。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71600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34747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分析方法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005840"/>
            <a:ext cx="960120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衍生化试剂（按反应大类归并）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182112" cy="2057400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8084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 / UHPLC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70205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高效液相色谱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76472" y="2583180"/>
            <a:ext cx="630936" cy="0"/>
          </a:xfrm>
          <a:prstGeom prst="line">
            <a:avLst/>
          </a:prstGeom>
          <a:ln w="381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283964" y="2551176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554480"/>
            <a:ext cx="9601200" cy="2057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FITC [10]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GITC [11]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2006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7726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FDAA [11,12]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FDLA [13]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NBD-F [24]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2012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8588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OPA＋NAC / IBLC</a:t>
            </a:r>
          </a:p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OPA＋DiCys</a:t>
            </a:r>
          </a:p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[11,14,15]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12019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7739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8595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Dansyl-Cl [16]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Dabsyl-Cl [17]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92025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37745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28601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FMOC-Cl [18]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AQC [19]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76472"/>
            <a:ext cx="3182112" cy="1664208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206240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727448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气相色谱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6472" y="4608576"/>
            <a:ext cx="630936" cy="0"/>
          </a:xfrm>
          <a:prstGeom prst="line">
            <a:avLst/>
          </a:prstGeom>
          <a:ln w="381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283964" y="4576572"/>
            <a:ext cx="64008" cy="64008"/>
          </a:xfrm>
          <a:prstGeom prst="ellipse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16552" y="3776472"/>
            <a:ext cx="9601200" cy="1664208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0" y="3922776"/>
            <a:ext cx="4581144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4005072"/>
            <a:ext cx="4361688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t>氯甲酸酯类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4425696"/>
            <a:ext cx="4361688" cy="8595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氯甲酸甲酯 [20]</a:t>
            </a:r>
          </a:p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五氟丙基氯甲酸酯 [21]</a:t>
            </a:r>
          </a:p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七氟丁基氯甲酸酯 [22]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72016" y="3922776"/>
            <a:ext cx="4581144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4005072"/>
            <a:ext cx="4361688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t>氯甲酸酯＋手性醇组合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4425696"/>
            <a:ext cx="4361688" cy="8595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氯甲酸乙酯</a:t>
            </a:r>
          </a:p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＋(S)-(+)-3-甲基-2-丁醇 [23]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605272"/>
            <a:ext cx="3182112" cy="2057400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231636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6752844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毛细管电泳（CZE / MEKC）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776472" y="6633972"/>
            <a:ext cx="630936" cy="0"/>
          </a:xfrm>
          <a:prstGeom prst="line">
            <a:avLst/>
          </a:prstGeom>
          <a:ln w="381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283964" y="6601968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16552" y="5605272"/>
            <a:ext cx="9601200" cy="205740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0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FITC [01]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(R)-NCS [07]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52006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7726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8582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NBD-F [02]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DTAF [25]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32012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77732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8588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OPA＋ME [03]</a:t>
            </a:r>
          </a:p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OPA＋手性硫醇 [04]</a:t>
            </a:r>
          </a:p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NDA [06]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12019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57739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8595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Dansyl-Cl [01]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092025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137745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28601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FMOC-Cl [05]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FLEC [26]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7827264"/>
            <a:ext cx="3182112" cy="1170432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801014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" y="853135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液相色谱–圆二色检测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776472" y="8412480"/>
            <a:ext cx="630936" cy="0"/>
          </a:xfrm>
          <a:prstGeom prst="line">
            <a:avLst/>
          </a:prstGeom>
          <a:ln w="381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283964" y="8380476"/>
            <a:ext cx="64008" cy="64008"/>
          </a:xfrm>
          <a:prstGeom prst="ellipse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416552" y="7827264"/>
            <a:ext cx="9601200" cy="117043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72000" y="7973568"/>
            <a:ext cx="4581144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09160" y="8065008"/>
            <a:ext cx="1740834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4457" y="8065008"/>
            <a:ext cx="2611252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t>PITC–PTH [09]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72016" y="7973568"/>
            <a:ext cx="4581144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09176" y="8065008"/>
            <a:ext cx="1740834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04473" y="8065008"/>
            <a:ext cx="2611252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t>NBD-F [08]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9198864"/>
            <a:ext cx="1353312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65788D"/>
                </a:solidFill>
                <a:latin typeface="Noto Sans CJK SC"/>
              </a:defRPr>
            </a:pPr>
            <a:r>
              <a:t>[编号]对应配套文献表；各项均有氨基酸手性分析依据，但并非全部验证过蛋白质水解液。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9528048"/>
            <a:ext cx="1353312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65788D"/>
                </a:solidFill>
                <a:latin typeface="Noto Sans CJK SC"/>
              </a:defRPr>
            </a:pPr>
            <a:r>
              <a:t>PITC–PTH 为转化路线；ME＝2-巯基乙醇。非手性标记仍需适配的手性分离或 CD 检测。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9866376"/>
            <a:ext cx="13533120" cy="2377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5788D"/>
                </a:solidFill>
                <a:latin typeface="Noto Sans CJK SC"/>
              </a:defRPr>
            </a:pPr>
            <a:r>
              <a:t>依据独立检索的原始论文摘要及可获得全文整理；检索与核查日期：2026-10-27。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