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收紧版。引用附件而非声称完成在线系统综述。HPLC行范围明确为一般氨基酸组成分析及手性分析的联合列表：PITC与OPA非手性硫醇有原PPT和实验记录；AQC的食品游离氨基酸UHPLC文献标题见汇总；Dansyl-Cl及FMOC-Cl有Comparative study of five different amine-derivatization methods for metabolite analyses by liquid chromatography-tandem mass spectrometry的方法摘要；DNFB在附件援引AQC文章的综述段中列为常用氨基酸衍生剂；FDAA/FDLA有附件LC-MS/MS-based separation and quantification of marfey’s reagent derivatized proteinogenic amino acid DL-stereoisomers等标题和应用描述；GITC及OPA手性硫醇仅有附件方法学论述，不宣称已核验特定蛋白水解样品。HPLC删除FITC和Dabsyl-Cl，因附件只有名称及泛泛特点，无具体对应的分析案例。CE原FITC、NBD-F、OPA、Dansyl-Cl、FMOC-Cl及后来NBD-Cl、NDA均删除：现有材料不能逐项支持其手性氨基酸/蛋白水解液应用，不代表外部文献不存在；不得以一般CE标记事实代替具体手性分离证据。CE本身有直接分离路线，具体试剂留空，不将手性选择剂误列衍生化试剂。HPLC-CD删除AQC、OPA和PTC，仅保留附件明确题名的两路线：Determination of sequence and absolute configuration of peptide amino acids by HPLC–MS/CD-based detection of liberated N-terminus phenylthiohydantoin amino acids；High-throughput comprehensive analysis of d- and l-amino acids using ultra-high performance liquid chromatography with a circular dichroism (CD) detector and its application to food samples。GC删除BSTFA/MSTFA、氯甲酸酯和泛指手性醇/酰化组合，因未能给出本次对应的手性分析文献；仅保留先前提出Frank H, Nicholson GJ, Bayer E. Rapid gas chromatographic separation of amino acid enantiomers with a novel chiral stationary phase. J Chromatogr Sci 1977;15:174-176. DOI 10.1093/chromsci/15.5.174的经典路线线索。本次无法在线复核全文，PPT不把此列为已核验SOP。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37160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172F49"/>
                </a:solidFill>
                <a:latin typeface="Noto Sans CJK SC"/>
              </a:defRPr>
            </a:pPr>
            <a:r>
              <a:t>氨基酸分析：分析方法与衍生化试剂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69848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69848"/>
            <a:ext cx="9509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有资料依据的对应体系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182112" cy="192024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20370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72491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9601200" cy="192024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776472" y="2606040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283964" y="257403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9222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50591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 · PITC–PTH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GITC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79222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726" y="2450591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 · DNFB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FDAA · FDLA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79222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2450591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79222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7739" y="2450591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792224"/>
            <a:ext cx="1761134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37745" y="2450591"/>
            <a:ext cx="1669694" cy="9601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3182112" cy="109728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895343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416551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3749039"/>
            <a:ext cx="9601200" cy="109728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776472" y="4297679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283964" y="4265675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895344"/>
            <a:ext cx="9281160" cy="8046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968496"/>
            <a:ext cx="352684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C18129"/>
                </a:solidFill>
                <a:latin typeface="Noto Sans CJK SC"/>
              </a:defRPr>
            </a:pPr>
            <a:r>
              <a:t>酯化／酰化组合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3968496"/>
            <a:ext cx="5290261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异丙醇＋三氟乙酸酐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029200"/>
            <a:ext cx="3182112" cy="109728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175503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69671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16552" y="5029200"/>
            <a:ext cx="9601200" cy="109728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276088"/>
            <a:ext cx="896112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900" b="0">
                <a:solidFill>
                  <a:srgbClr val="7B61A8"/>
                </a:solidFill>
                <a:latin typeface="Noto Sans CJK SC"/>
              </a:defRPr>
            </a:pPr>
            <a:r>
              <a:t>当前资料不足，暂不列具体衍生化试剂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6309360"/>
            <a:ext cx="3182112" cy="109728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645566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697687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16552" y="6309360"/>
            <a:ext cx="9601200" cy="109728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776472" y="6858000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283964" y="6825996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0" y="6455664"/>
            <a:ext cx="4581144" cy="8046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6528816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4457" y="6528816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PITC–PTH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2016" y="6455664"/>
            <a:ext cx="4581144" cy="8046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9176" y="6528816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4473" y="6528816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7754112"/>
            <a:ext cx="13533120" cy="34747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5788D"/>
                </a:solidFill>
                <a:latin typeface="Noto Sans CJK SC"/>
              </a:defRPr>
            </a:pPr>
            <a:r>
              <a:t>HPLC 行包含氨基酸组成分析及手性分析用试剂，不表示每项均有 D/L 分离验证。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8156448"/>
            <a:ext cx="13533120" cy="34747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5788D"/>
                </a:solidFill>
                <a:latin typeface="Noto Sans CJK SC"/>
              </a:defRPr>
            </a:pPr>
            <a:r>
              <a:t>HPLC–CD 仅保留附件中有明确文献题名的路线；PITC–PTH 为转化路线。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8567928"/>
            <a:ext cx="13533120" cy="34747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依据附件及已列文献线索；尚未核验全部原文，不将一般标记用途视为手性水解液应用。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