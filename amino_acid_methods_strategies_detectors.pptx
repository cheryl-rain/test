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27、28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[27]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[28]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  <a:p/>
          <a:p>
            <a:r>
              <a:t>连接线机制标签核查（文献编号沿用上一版按出现顺序排序）：</a:t>
            </a:r>
          </a:p>
          <a:p>
            <a:r>
              <a:t>HPLC：①手性固定相有[01]FITC＋万古霉素固定相支持，DOI 10.1016/j.foodchem.2007.11.062；②手性衍生化有[02]FDAA/GITC/OPA-IBLC＋反相HPLC支持，DOI 10.1016/j.chroma.2004.02.068，也有[03]Marfey证据。两路线为平台层面概括，不表示右侧每种试剂都适配两种路线。</a:t>
            </a:r>
          </a:p>
          <a:p>
            <a:r>
              <a:t>GC：①手性固定相有[12]MCF＋Chirasil-L-Val支持，DOI 10.1016/j.chroma.2006.12.033；②手性衍生化有[15]ECF＋手性醇＋非手性DB-5/DB-17支持，DOI 10.1039/b106610m。</a:t>
            </a:r>
          </a:p>
          <a:p>
            <a:r>
              <a:t>CE：不能将现有CZE/MEKC路线称为手性固定相。①手性选择剂有[16]金属螯合/环糊精CE-MEKC支持，DOI 10.1016/S0731-7085(97)00020-4；②手性衍生化有[21]OPA＋手性硫醇支持，DOI 10.1007/BF00806080；[24]FLEC＋SDS-MEKC支持，DOI 10.1002/elps.1150160183。手性选择剂与手性衍生化可合用，例如[17](R)-NCS＋DM-beta-CD，不是互斥条件。毛细管电色谱等可固定化选择剂的其他模式不由这里的CZE/MEKC文献自动证明。</a:t>
            </a:r>
          </a:p>
          <a:p>
            <a:r>
              <a:t>HPLC-CD：现有[25]PITC-PTH文献（DOI 10.1038/s41598-022-14205-x）和[26]NBD-F文献（DOI 10.1016/j.jchromb.2011.07.025）均支持非手性衍生化/反相分离＋CD手性响应。它们不能证明本图所列方法采用了手性固定相或手性衍生试剂；因此该行线上方标为非手性衍生化，下方标为CD、UV、MS检测，不是两个并列手性分离备选策略。不据此断言其他HPLC-CD组合不存在。</a:t>
            </a:r>
          </a:p>
          <a:p>
            <a:r>
              <a:t>版式：基于用户上传的13.333×7.5英寸版本；原有字号和方块大小保留，新增线上的策略标签18pt、线下检测标签16pt。</a:t>
            </a:r>
          </a:p>
          <a:p>
            <a:r>
              <a:t>检测方式核查：HPLC列UV（原[02]明确UV/ESI-MS）、荧光（补充D1：10.1016/j.jchromb.2006.07.022，题名Determination of d-serine and related neuroactive amino acids in human plasma by high-performance liquid chromatography with fluorimetric detection，摘要明确OPA/IBLC＋HPLC荧光检测）、MS/MS（原[11]AQC/2D-LC-MS/MS）。GC列FID（原[13]卡贝缩宫素水解液论文明确GC/FID）与MS（原[12]GC-MS），不泛列未明确的MS/MS。CE列UV及荧光（原[16]分别对Dansyl和FITC采用UV/LIF；原[17]为LEDIF）与MS（补充D2：10.1002/elps.201600015，Enantioselective analysis of proteinogenic amino acids in cerebrospinal fluid by capillary electrophoresis-mass spectrometry，摘要明确FMOC/β-CD/CE-MS）。HPLC-CD列CD与UV（原[26]NBD-F）以及MS（原[25]PTH/HPLC-MS-CD）。图中荧光是FLD/LIF/LEDIF的上位简称，不意味着各平台共用同一荧光检测器。检测方式为文献中的代表例，不能推定每种试剂均适配所列全部检测器；未因仪器理论兼容性自行补入DAD、CAD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衍生化试剂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241634"/>
            <a:ext cx="2130945" cy="783796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29866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725034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241634"/>
            <a:ext cx="6429574" cy="783796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3339" y="5339608"/>
            <a:ext cx="3067825" cy="5878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945190" y="5400843"/>
            <a:ext cx="1165773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847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469" y="5400843"/>
            <a:ext cx="1748660" cy="2616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0769" y="5339608"/>
            <a:ext cx="3067825" cy="5878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92620" y="5400843"/>
            <a:ext cx="1165773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847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27898" y="5400843"/>
            <a:ext cx="1748660" cy="2616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[26]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t>UV · 荧光 · MS/MS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t>FID · MS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  <a:br/>
            <a:r>
              <a:t>②手性衍生化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t>UV · 荧光 · MS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688336" y="5632704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734056" y="527608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非手性衍生化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4056" y="571500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t>CD · UV ·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